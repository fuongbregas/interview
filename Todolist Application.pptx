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8EEBF3-3076-4D42-A207-894B87787B54}" v="13" dt="2026-03-19T15:57:18.0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66" d="100"/>
          <a:sy n="66" d="100"/>
        </p:scale>
        <p:origin x="668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uong T Tran" userId="40c73d01-3453-4aa7-841f-ceb0238b23bc" providerId="ADAL" clId="{8B6E96BC-FAA1-4375-A2A3-9FA27E0DCAF6}"/>
    <pc:docChg chg="undo custSel addSld modSld">
      <pc:chgData name="Phuong T Tran" userId="40c73d01-3453-4aa7-841f-ceb0238b23bc" providerId="ADAL" clId="{8B6E96BC-FAA1-4375-A2A3-9FA27E0DCAF6}" dt="2026-03-19T15:57:23.935" v="369" actId="1076"/>
      <pc:docMkLst>
        <pc:docMk/>
      </pc:docMkLst>
      <pc:sldChg chg="addSp delSp modSp mod">
        <pc:chgData name="Phuong T Tran" userId="40c73d01-3453-4aa7-841f-ceb0238b23bc" providerId="ADAL" clId="{8B6E96BC-FAA1-4375-A2A3-9FA27E0DCAF6}" dt="2026-03-18T23:16:46.993" v="4" actId="313"/>
        <pc:sldMkLst>
          <pc:docMk/>
          <pc:sldMk cId="1937846326" sldId="259"/>
        </pc:sldMkLst>
        <pc:spChg chg="mod">
          <ac:chgData name="Phuong T Tran" userId="40c73d01-3453-4aa7-841f-ceb0238b23bc" providerId="ADAL" clId="{8B6E96BC-FAA1-4375-A2A3-9FA27E0DCAF6}" dt="2026-03-18T23:16:46.993" v="4" actId="313"/>
          <ac:spMkLst>
            <pc:docMk/>
            <pc:sldMk cId="1937846326" sldId="259"/>
            <ac:spMk id="2" creationId="{78958E48-B3EE-CD6C-61AA-C73BC86E7401}"/>
          </ac:spMkLst>
        </pc:spChg>
        <pc:spChg chg="add del mod">
          <ac:chgData name="Phuong T Tran" userId="40c73d01-3453-4aa7-841f-ceb0238b23bc" providerId="ADAL" clId="{8B6E96BC-FAA1-4375-A2A3-9FA27E0DCAF6}" dt="2026-03-18T23:16:28.333" v="2" actId="931"/>
          <ac:spMkLst>
            <pc:docMk/>
            <pc:sldMk cId="1937846326" sldId="259"/>
            <ac:spMk id="9" creationId="{F37923C1-7D23-E936-9AEB-DEDB5C6D8D6D}"/>
          </ac:spMkLst>
        </pc:spChg>
        <pc:picChg chg="del">
          <ac:chgData name="Phuong T Tran" userId="40c73d01-3453-4aa7-841f-ceb0238b23bc" providerId="ADAL" clId="{8B6E96BC-FAA1-4375-A2A3-9FA27E0DCAF6}" dt="2026-03-18T23:16:22.182" v="1" actId="478"/>
          <ac:picMkLst>
            <pc:docMk/>
            <pc:sldMk cId="1937846326" sldId="259"/>
            <ac:picMk id="5" creationId="{9E66BD20-2B08-6C29-7BC3-67D102764603}"/>
          </ac:picMkLst>
        </pc:picChg>
        <pc:picChg chg="add mod">
          <ac:chgData name="Phuong T Tran" userId="40c73d01-3453-4aa7-841f-ceb0238b23bc" providerId="ADAL" clId="{8B6E96BC-FAA1-4375-A2A3-9FA27E0DCAF6}" dt="2026-03-18T23:15:52.076" v="0" actId="931"/>
          <ac:picMkLst>
            <pc:docMk/>
            <pc:sldMk cId="1937846326" sldId="259"/>
            <ac:picMk id="7" creationId="{B5BB1EB8-E3F0-BA8C-3B48-C804F8548C9F}"/>
          </ac:picMkLst>
        </pc:picChg>
        <pc:picChg chg="add mod">
          <ac:chgData name="Phuong T Tran" userId="40c73d01-3453-4aa7-841f-ceb0238b23bc" providerId="ADAL" clId="{8B6E96BC-FAA1-4375-A2A3-9FA27E0DCAF6}" dt="2026-03-18T23:16:33.560" v="3" actId="14100"/>
          <ac:picMkLst>
            <pc:docMk/>
            <pc:sldMk cId="1937846326" sldId="259"/>
            <ac:picMk id="11" creationId="{9243CBD7-DCBC-0623-F7DB-D86E8B96D8CB}"/>
          </ac:picMkLst>
        </pc:picChg>
      </pc:sldChg>
      <pc:sldChg chg="addSp delSp modSp add mod">
        <pc:chgData name="Phuong T Tran" userId="40c73d01-3453-4aa7-841f-ceb0238b23bc" providerId="ADAL" clId="{8B6E96BC-FAA1-4375-A2A3-9FA27E0DCAF6}" dt="2026-03-19T15:57:23.935" v="369" actId="1076"/>
        <pc:sldMkLst>
          <pc:docMk/>
          <pc:sldMk cId="3657832968" sldId="260"/>
        </pc:sldMkLst>
        <pc:spChg chg="mod">
          <ac:chgData name="Phuong T Tran" userId="40c73d01-3453-4aa7-841f-ceb0238b23bc" providerId="ADAL" clId="{8B6E96BC-FAA1-4375-A2A3-9FA27E0DCAF6}" dt="2026-03-19T15:18:59.743" v="16" actId="20577"/>
          <ac:spMkLst>
            <pc:docMk/>
            <pc:sldMk cId="3657832968" sldId="260"/>
            <ac:spMk id="2" creationId="{DF6E25C8-4068-D8EF-F68F-BE9282897ED3}"/>
          </ac:spMkLst>
        </pc:spChg>
        <pc:spChg chg="add del mod">
          <ac:chgData name="Phuong T Tran" userId="40c73d01-3453-4aa7-841f-ceb0238b23bc" providerId="ADAL" clId="{8B6E96BC-FAA1-4375-A2A3-9FA27E0DCAF6}" dt="2026-03-19T15:19:28.526" v="18" actId="931"/>
          <ac:spMkLst>
            <pc:docMk/>
            <pc:sldMk cId="3657832968" sldId="260"/>
            <ac:spMk id="4" creationId="{E4614706-9DD3-5A2A-527C-0656222F2F59}"/>
          </ac:spMkLst>
        </pc:spChg>
        <pc:spChg chg="add del mod">
          <ac:chgData name="Phuong T Tran" userId="40c73d01-3453-4aa7-841f-ceb0238b23bc" providerId="ADAL" clId="{8B6E96BC-FAA1-4375-A2A3-9FA27E0DCAF6}" dt="2026-03-19T15:57:18.082" v="368" actId="931"/>
          <ac:spMkLst>
            <pc:docMk/>
            <pc:sldMk cId="3657832968" sldId="260"/>
            <ac:spMk id="8" creationId="{6425961D-EE3D-08EB-B6C7-C49BD7D13FC0}"/>
          </ac:spMkLst>
        </pc:spChg>
        <pc:picChg chg="add del mod">
          <ac:chgData name="Phuong T Tran" userId="40c73d01-3453-4aa7-841f-ceb0238b23bc" providerId="ADAL" clId="{8B6E96BC-FAA1-4375-A2A3-9FA27E0DCAF6}" dt="2026-03-19T15:57:11.001" v="367" actId="478"/>
          <ac:picMkLst>
            <pc:docMk/>
            <pc:sldMk cId="3657832968" sldId="260"/>
            <ac:picMk id="6" creationId="{555C75C0-7EFA-111A-760C-958C36CB9108}"/>
          </ac:picMkLst>
        </pc:picChg>
        <pc:picChg chg="add mod">
          <ac:chgData name="Phuong T Tran" userId="40c73d01-3453-4aa7-841f-ceb0238b23bc" providerId="ADAL" clId="{8B6E96BC-FAA1-4375-A2A3-9FA27E0DCAF6}" dt="2026-03-19T15:57:23.935" v="369" actId="1076"/>
          <ac:picMkLst>
            <pc:docMk/>
            <pc:sldMk cId="3657832968" sldId="260"/>
            <ac:picMk id="10" creationId="{ABAEDFC5-DA27-5B38-A8E9-ECF0230AFE35}"/>
          </ac:picMkLst>
        </pc:picChg>
        <pc:picChg chg="del">
          <ac:chgData name="Phuong T Tran" userId="40c73d01-3453-4aa7-841f-ceb0238b23bc" providerId="ADAL" clId="{8B6E96BC-FAA1-4375-A2A3-9FA27E0DCAF6}" dt="2026-03-19T15:19:21.287" v="17" actId="478"/>
          <ac:picMkLst>
            <pc:docMk/>
            <pc:sldMk cId="3657832968" sldId="260"/>
            <ac:picMk id="11" creationId="{C0298D4C-781D-A7D3-A733-25ADC19DD012}"/>
          </ac:picMkLst>
        </pc:picChg>
      </pc:sldChg>
      <pc:sldChg chg="addSp delSp modSp new mod">
        <pc:chgData name="Phuong T Tran" userId="40c73d01-3453-4aa7-841f-ceb0238b23bc" providerId="ADAL" clId="{8B6E96BC-FAA1-4375-A2A3-9FA27E0DCAF6}" dt="2026-03-19T15:55:39.479" v="366" actId="20577"/>
        <pc:sldMkLst>
          <pc:docMk/>
          <pc:sldMk cId="3031415955" sldId="261"/>
        </pc:sldMkLst>
        <pc:spChg chg="mod">
          <ac:chgData name="Phuong T Tran" userId="40c73d01-3453-4aa7-841f-ceb0238b23bc" providerId="ADAL" clId="{8B6E96BC-FAA1-4375-A2A3-9FA27E0DCAF6}" dt="2026-03-19T15:46:29.949" v="41" actId="20577"/>
          <ac:spMkLst>
            <pc:docMk/>
            <pc:sldMk cId="3031415955" sldId="261"/>
            <ac:spMk id="2" creationId="{40A3115D-7FDF-707C-C4B7-2AEBCC8E7E95}"/>
          </ac:spMkLst>
        </pc:spChg>
        <pc:spChg chg="del">
          <ac:chgData name="Phuong T Tran" userId="40c73d01-3453-4aa7-841f-ceb0238b23bc" providerId="ADAL" clId="{8B6E96BC-FAA1-4375-A2A3-9FA27E0DCAF6}" dt="2026-03-19T15:46:35.274" v="42" actId="478"/>
          <ac:spMkLst>
            <pc:docMk/>
            <pc:sldMk cId="3031415955" sldId="261"/>
            <ac:spMk id="3" creationId="{653F55EE-2DCC-8B93-E7BD-3985D33A3156}"/>
          </ac:spMkLst>
        </pc:spChg>
        <pc:graphicFrameChg chg="add mod modGraphic">
          <ac:chgData name="Phuong T Tran" userId="40c73d01-3453-4aa7-841f-ceb0238b23bc" providerId="ADAL" clId="{8B6E96BC-FAA1-4375-A2A3-9FA27E0DCAF6}" dt="2026-03-19T15:50:18.029" v="163" actId="14734"/>
          <ac:graphicFrameMkLst>
            <pc:docMk/>
            <pc:sldMk cId="3031415955" sldId="261"/>
            <ac:graphicFrameMk id="4" creationId="{9159F1BB-A509-F549-786A-FD58C45C858B}"/>
          </ac:graphicFrameMkLst>
        </pc:graphicFrameChg>
        <pc:graphicFrameChg chg="add mod modGraphic">
          <ac:chgData name="Phuong T Tran" userId="40c73d01-3453-4aa7-841f-ceb0238b23bc" providerId="ADAL" clId="{8B6E96BC-FAA1-4375-A2A3-9FA27E0DCAF6}" dt="2026-03-19T15:55:39.479" v="366" actId="20577"/>
          <ac:graphicFrameMkLst>
            <pc:docMk/>
            <pc:sldMk cId="3031415955" sldId="261"/>
            <ac:graphicFrameMk id="5" creationId="{B0A8DAD6-984A-B26C-672C-864EE3641155}"/>
          </ac:graphicFrameMkLst>
        </pc:graphicFrameChg>
        <pc:graphicFrameChg chg="add mod">
          <ac:chgData name="Phuong T Tran" userId="40c73d01-3453-4aa7-841f-ceb0238b23bc" providerId="ADAL" clId="{8B6E96BC-FAA1-4375-A2A3-9FA27E0DCAF6}" dt="2026-03-19T15:51:22.216" v="167"/>
          <ac:graphicFrameMkLst>
            <pc:docMk/>
            <pc:sldMk cId="3031415955" sldId="261"/>
            <ac:graphicFrameMk id="6" creationId="{F0B36933-74C0-A8CD-8FF1-070560669C7A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D1C76E-1A5C-41B6-807E-B1BE3DF4D26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23063BB-78E2-480E-9FB1-F5A9F7BD8B09}">
      <dgm:prSet/>
      <dgm:spPr/>
      <dgm:t>
        <a:bodyPr/>
        <a:lstStyle/>
        <a:p>
          <a:r>
            <a:rPr lang="en-US"/>
            <a:t>Database: In-memory H2 SQL database</a:t>
          </a:r>
        </a:p>
      </dgm:t>
    </dgm:pt>
    <dgm:pt modelId="{5F169486-66D3-4442-B0EB-A61507055E21}" type="parTrans" cxnId="{1FE470B6-58A9-417A-9874-C14ACA682105}">
      <dgm:prSet/>
      <dgm:spPr/>
      <dgm:t>
        <a:bodyPr/>
        <a:lstStyle/>
        <a:p>
          <a:endParaRPr lang="en-US"/>
        </a:p>
      </dgm:t>
    </dgm:pt>
    <dgm:pt modelId="{E6FC6D6D-5F64-482D-9D2D-2D12D19479FB}" type="sibTrans" cxnId="{1FE470B6-58A9-417A-9874-C14ACA682105}">
      <dgm:prSet/>
      <dgm:spPr/>
      <dgm:t>
        <a:bodyPr/>
        <a:lstStyle/>
        <a:p>
          <a:endParaRPr lang="en-US"/>
        </a:p>
      </dgm:t>
    </dgm:pt>
    <dgm:pt modelId="{1C5E79BE-BD97-46E2-BE80-D6ABF597076F}">
      <dgm:prSet/>
      <dgm:spPr/>
      <dgm:t>
        <a:bodyPr/>
        <a:lstStyle/>
        <a:p>
          <a:r>
            <a:rPr lang="en-US"/>
            <a:t>Backend: Java Springboot</a:t>
          </a:r>
        </a:p>
      </dgm:t>
    </dgm:pt>
    <dgm:pt modelId="{9043D0A8-339C-48BF-945E-1376D7C9E5B8}" type="parTrans" cxnId="{C32D55D1-9264-4CD9-9C6F-DD6556E7716D}">
      <dgm:prSet/>
      <dgm:spPr/>
      <dgm:t>
        <a:bodyPr/>
        <a:lstStyle/>
        <a:p>
          <a:endParaRPr lang="en-US"/>
        </a:p>
      </dgm:t>
    </dgm:pt>
    <dgm:pt modelId="{E62F98EE-C9E1-49AA-8B00-72F7D1AC5D54}" type="sibTrans" cxnId="{C32D55D1-9264-4CD9-9C6F-DD6556E7716D}">
      <dgm:prSet/>
      <dgm:spPr/>
      <dgm:t>
        <a:bodyPr/>
        <a:lstStyle/>
        <a:p>
          <a:endParaRPr lang="en-US"/>
        </a:p>
      </dgm:t>
    </dgm:pt>
    <dgm:pt modelId="{3812B42F-0F7C-4A1D-B4CC-4E8568BFFC65}">
      <dgm:prSet/>
      <dgm:spPr/>
      <dgm:t>
        <a:bodyPr/>
        <a:lstStyle/>
        <a:p>
          <a:r>
            <a:rPr lang="en-US"/>
            <a:t>Frontend: React JS</a:t>
          </a:r>
        </a:p>
      </dgm:t>
    </dgm:pt>
    <dgm:pt modelId="{75A7170F-BC1A-45FB-A092-625971D7C80D}" type="parTrans" cxnId="{0BE6DDB4-8F9C-4BAB-9183-5320AF234D87}">
      <dgm:prSet/>
      <dgm:spPr/>
      <dgm:t>
        <a:bodyPr/>
        <a:lstStyle/>
        <a:p>
          <a:endParaRPr lang="en-US"/>
        </a:p>
      </dgm:t>
    </dgm:pt>
    <dgm:pt modelId="{9ACCFECF-3D50-406D-B9A6-837F88791DAB}" type="sibTrans" cxnId="{0BE6DDB4-8F9C-4BAB-9183-5320AF234D87}">
      <dgm:prSet/>
      <dgm:spPr/>
      <dgm:t>
        <a:bodyPr/>
        <a:lstStyle/>
        <a:p>
          <a:endParaRPr lang="en-US"/>
        </a:p>
      </dgm:t>
    </dgm:pt>
    <dgm:pt modelId="{9FF82014-61B7-4C43-A744-9D70B5422B35}">
      <dgm:prSet/>
      <dgm:spPr/>
      <dgm:t>
        <a:bodyPr/>
        <a:lstStyle/>
        <a:p>
          <a:r>
            <a:rPr lang="en-US"/>
            <a:t>Deploy environment: Azure</a:t>
          </a:r>
        </a:p>
      </dgm:t>
    </dgm:pt>
    <dgm:pt modelId="{BB325F4E-1B46-4231-8067-2BE7B0F7ABB4}" type="parTrans" cxnId="{72A0B016-8692-4C04-8436-A16FF088E18F}">
      <dgm:prSet/>
      <dgm:spPr/>
      <dgm:t>
        <a:bodyPr/>
        <a:lstStyle/>
        <a:p>
          <a:endParaRPr lang="en-US"/>
        </a:p>
      </dgm:t>
    </dgm:pt>
    <dgm:pt modelId="{D8223F63-DD82-402F-8260-4BBCA3887A3E}" type="sibTrans" cxnId="{72A0B016-8692-4C04-8436-A16FF088E18F}">
      <dgm:prSet/>
      <dgm:spPr/>
      <dgm:t>
        <a:bodyPr/>
        <a:lstStyle/>
        <a:p>
          <a:endParaRPr lang="en-US"/>
        </a:p>
      </dgm:t>
    </dgm:pt>
    <dgm:pt modelId="{EBB99292-9E5E-4721-8E93-91CD8359C00D}" type="pres">
      <dgm:prSet presAssocID="{4ED1C76E-1A5C-41B6-807E-B1BE3DF4D26C}" presName="root" presStyleCnt="0">
        <dgm:presLayoutVars>
          <dgm:dir/>
          <dgm:resizeHandles val="exact"/>
        </dgm:presLayoutVars>
      </dgm:prSet>
      <dgm:spPr/>
    </dgm:pt>
    <dgm:pt modelId="{B26AEED2-0288-4329-BFAF-B20B071B3D4A}" type="pres">
      <dgm:prSet presAssocID="{4ED1C76E-1A5C-41B6-807E-B1BE3DF4D26C}" presName="container" presStyleCnt="0">
        <dgm:presLayoutVars>
          <dgm:dir/>
          <dgm:resizeHandles val="exact"/>
        </dgm:presLayoutVars>
      </dgm:prSet>
      <dgm:spPr/>
    </dgm:pt>
    <dgm:pt modelId="{7534BACB-BD9F-4C62-BB2A-638E57543B19}" type="pres">
      <dgm:prSet presAssocID="{323063BB-78E2-480E-9FB1-F5A9F7BD8B09}" presName="compNode" presStyleCnt="0"/>
      <dgm:spPr/>
    </dgm:pt>
    <dgm:pt modelId="{32DA744F-5A1C-407E-A9CE-2FC5BFA2E852}" type="pres">
      <dgm:prSet presAssocID="{323063BB-78E2-480E-9FB1-F5A9F7BD8B09}" presName="iconBgRect" presStyleLbl="bgShp" presStyleIdx="0" presStyleCnt="4"/>
      <dgm:spPr/>
    </dgm:pt>
    <dgm:pt modelId="{15DC32C6-863E-45E0-825A-685D1EF10A53}" type="pres">
      <dgm:prSet presAssocID="{323063BB-78E2-480E-9FB1-F5A9F7BD8B0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471D971-F443-42E9-9CCB-575D37D9EF62}" type="pres">
      <dgm:prSet presAssocID="{323063BB-78E2-480E-9FB1-F5A9F7BD8B09}" presName="spaceRect" presStyleCnt="0"/>
      <dgm:spPr/>
    </dgm:pt>
    <dgm:pt modelId="{5889C285-5EB7-411C-8933-B728FF4D40E5}" type="pres">
      <dgm:prSet presAssocID="{323063BB-78E2-480E-9FB1-F5A9F7BD8B09}" presName="textRect" presStyleLbl="revTx" presStyleIdx="0" presStyleCnt="4">
        <dgm:presLayoutVars>
          <dgm:chMax val="1"/>
          <dgm:chPref val="1"/>
        </dgm:presLayoutVars>
      </dgm:prSet>
      <dgm:spPr/>
    </dgm:pt>
    <dgm:pt modelId="{23579242-1E15-4808-BA1F-B4AC0EF626D2}" type="pres">
      <dgm:prSet presAssocID="{E6FC6D6D-5F64-482D-9D2D-2D12D19479FB}" presName="sibTrans" presStyleLbl="sibTrans2D1" presStyleIdx="0" presStyleCnt="0"/>
      <dgm:spPr/>
    </dgm:pt>
    <dgm:pt modelId="{F313E103-1755-49B0-A27B-F73786DC377A}" type="pres">
      <dgm:prSet presAssocID="{1C5E79BE-BD97-46E2-BE80-D6ABF597076F}" presName="compNode" presStyleCnt="0"/>
      <dgm:spPr/>
    </dgm:pt>
    <dgm:pt modelId="{C0F45A47-2603-490E-ABC6-9E06DF45C975}" type="pres">
      <dgm:prSet presAssocID="{1C5E79BE-BD97-46E2-BE80-D6ABF597076F}" presName="iconBgRect" presStyleLbl="bgShp" presStyleIdx="1" presStyleCnt="4"/>
      <dgm:spPr/>
    </dgm:pt>
    <dgm:pt modelId="{F58F95C3-0A3C-46C8-91B0-C5A7FCAB7D8F}" type="pres">
      <dgm:prSet presAssocID="{1C5E79BE-BD97-46E2-BE80-D6ABF597076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B21C998-ECFC-4B6C-B6D8-1461A064053D}" type="pres">
      <dgm:prSet presAssocID="{1C5E79BE-BD97-46E2-BE80-D6ABF597076F}" presName="spaceRect" presStyleCnt="0"/>
      <dgm:spPr/>
    </dgm:pt>
    <dgm:pt modelId="{B2E57C2C-8AA8-4DC2-9C6A-8B5D4486B807}" type="pres">
      <dgm:prSet presAssocID="{1C5E79BE-BD97-46E2-BE80-D6ABF597076F}" presName="textRect" presStyleLbl="revTx" presStyleIdx="1" presStyleCnt="4">
        <dgm:presLayoutVars>
          <dgm:chMax val="1"/>
          <dgm:chPref val="1"/>
        </dgm:presLayoutVars>
      </dgm:prSet>
      <dgm:spPr/>
    </dgm:pt>
    <dgm:pt modelId="{B174F604-3D24-4D1F-B71F-62BC405C5C12}" type="pres">
      <dgm:prSet presAssocID="{E62F98EE-C9E1-49AA-8B00-72F7D1AC5D54}" presName="sibTrans" presStyleLbl="sibTrans2D1" presStyleIdx="0" presStyleCnt="0"/>
      <dgm:spPr/>
    </dgm:pt>
    <dgm:pt modelId="{A8DC84E7-4F84-41A9-A278-110A68974A3B}" type="pres">
      <dgm:prSet presAssocID="{3812B42F-0F7C-4A1D-B4CC-4E8568BFFC65}" presName="compNode" presStyleCnt="0"/>
      <dgm:spPr/>
    </dgm:pt>
    <dgm:pt modelId="{2ED3F9D8-2A92-4004-8D0D-A909DF245CCD}" type="pres">
      <dgm:prSet presAssocID="{3812B42F-0F7C-4A1D-B4CC-4E8568BFFC65}" presName="iconBgRect" presStyleLbl="bgShp" presStyleIdx="2" presStyleCnt="4"/>
      <dgm:spPr/>
    </dgm:pt>
    <dgm:pt modelId="{4D33BE22-43C3-40E1-9D15-7DADC5261C00}" type="pres">
      <dgm:prSet presAssocID="{3812B42F-0F7C-4A1D-B4CC-4E8568BFFC6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28F52019-2241-4B94-86B8-8DA6B31574F5}" type="pres">
      <dgm:prSet presAssocID="{3812B42F-0F7C-4A1D-B4CC-4E8568BFFC65}" presName="spaceRect" presStyleCnt="0"/>
      <dgm:spPr/>
    </dgm:pt>
    <dgm:pt modelId="{06E06273-2F54-4743-8982-D152FF7FAC8C}" type="pres">
      <dgm:prSet presAssocID="{3812B42F-0F7C-4A1D-B4CC-4E8568BFFC65}" presName="textRect" presStyleLbl="revTx" presStyleIdx="2" presStyleCnt="4">
        <dgm:presLayoutVars>
          <dgm:chMax val="1"/>
          <dgm:chPref val="1"/>
        </dgm:presLayoutVars>
      </dgm:prSet>
      <dgm:spPr/>
    </dgm:pt>
    <dgm:pt modelId="{8CDC1FEC-27C5-4617-BC45-8B1DF514520B}" type="pres">
      <dgm:prSet presAssocID="{9ACCFECF-3D50-406D-B9A6-837F88791DAB}" presName="sibTrans" presStyleLbl="sibTrans2D1" presStyleIdx="0" presStyleCnt="0"/>
      <dgm:spPr/>
    </dgm:pt>
    <dgm:pt modelId="{549A736F-4694-472D-8A62-784920E8FC07}" type="pres">
      <dgm:prSet presAssocID="{9FF82014-61B7-4C43-A744-9D70B5422B35}" presName="compNode" presStyleCnt="0"/>
      <dgm:spPr/>
    </dgm:pt>
    <dgm:pt modelId="{CA31CC2E-A642-4B1C-AC1E-AD66F10513DE}" type="pres">
      <dgm:prSet presAssocID="{9FF82014-61B7-4C43-A744-9D70B5422B35}" presName="iconBgRect" presStyleLbl="bgShp" presStyleIdx="3" presStyleCnt="4"/>
      <dgm:spPr/>
    </dgm:pt>
    <dgm:pt modelId="{A3551007-6DB9-406A-B153-B06CC5107A09}" type="pres">
      <dgm:prSet presAssocID="{9FF82014-61B7-4C43-A744-9D70B5422B3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98D224C9-82CB-4D3C-AEB0-ABADB6DCCCA2}" type="pres">
      <dgm:prSet presAssocID="{9FF82014-61B7-4C43-A744-9D70B5422B35}" presName="spaceRect" presStyleCnt="0"/>
      <dgm:spPr/>
    </dgm:pt>
    <dgm:pt modelId="{79E013F0-02D7-4931-8343-CEC3B91B1D69}" type="pres">
      <dgm:prSet presAssocID="{9FF82014-61B7-4C43-A744-9D70B5422B3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C9BFE03-B42E-439D-860E-3ACE22B9770E}" type="presOf" srcId="{1C5E79BE-BD97-46E2-BE80-D6ABF597076F}" destId="{B2E57C2C-8AA8-4DC2-9C6A-8B5D4486B807}" srcOrd="0" destOrd="0" presId="urn:microsoft.com/office/officeart/2018/2/layout/IconCircleList"/>
    <dgm:cxn modelId="{2E240410-3A21-47B8-80EC-DDC03188D9C3}" type="presOf" srcId="{E62F98EE-C9E1-49AA-8B00-72F7D1AC5D54}" destId="{B174F604-3D24-4D1F-B71F-62BC405C5C12}" srcOrd="0" destOrd="0" presId="urn:microsoft.com/office/officeart/2018/2/layout/IconCircleList"/>
    <dgm:cxn modelId="{72A0B016-8692-4C04-8436-A16FF088E18F}" srcId="{4ED1C76E-1A5C-41B6-807E-B1BE3DF4D26C}" destId="{9FF82014-61B7-4C43-A744-9D70B5422B35}" srcOrd="3" destOrd="0" parTransId="{BB325F4E-1B46-4231-8067-2BE7B0F7ABB4}" sibTransId="{D8223F63-DD82-402F-8260-4BBCA3887A3E}"/>
    <dgm:cxn modelId="{24256F1A-8FBF-46BD-9276-432CA1AEB347}" type="presOf" srcId="{323063BB-78E2-480E-9FB1-F5A9F7BD8B09}" destId="{5889C285-5EB7-411C-8933-B728FF4D40E5}" srcOrd="0" destOrd="0" presId="urn:microsoft.com/office/officeart/2018/2/layout/IconCircleList"/>
    <dgm:cxn modelId="{263D1C51-2454-422A-B82F-30900E6672E1}" type="presOf" srcId="{3812B42F-0F7C-4A1D-B4CC-4E8568BFFC65}" destId="{06E06273-2F54-4743-8982-D152FF7FAC8C}" srcOrd="0" destOrd="0" presId="urn:microsoft.com/office/officeart/2018/2/layout/IconCircleList"/>
    <dgm:cxn modelId="{B0DC5FAD-0BB5-450C-97BE-9DBB3F7BAA3F}" type="presOf" srcId="{9ACCFECF-3D50-406D-B9A6-837F88791DAB}" destId="{8CDC1FEC-27C5-4617-BC45-8B1DF514520B}" srcOrd="0" destOrd="0" presId="urn:microsoft.com/office/officeart/2018/2/layout/IconCircleList"/>
    <dgm:cxn modelId="{866A17B4-5322-4504-B15E-1210280450A8}" type="presOf" srcId="{9FF82014-61B7-4C43-A744-9D70B5422B35}" destId="{79E013F0-02D7-4931-8343-CEC3B91B1D69}" srcOrd="0" destOrd="0" presId="urn:microsoft.com/office/officeart/2018/2/layout/IconCircleList"/>
    <dgm:cxn modelId="{0BE6DDB4-8F9C-4BAB-9183-5320AF234D87}" srcId="{4ED1C76E-1A5C-41B6-807E-B1BE3DF4D26C}" destId="{3812B42F-0F7C-4A1D-B4CC-4E8568BFFC65}" srcOrd="2" destOrd="0" parTransId="{75A7170F-BC1A-45FB-A092-625971D7C80D}" sibTransId="{9ACCFECF-3D50-406D-B9A6-837F88791DAB}"/>
    <dgm:cxn modelId="{1FE470B6-58A9-417A-9874-C14ACA682105}" srcId="{4ED1C76E-1A5C-41B6-807E-B1BE3DF4D26C}" destId="{323063BB-78E2-480E-9FB1-F5A9F7BD8B09}" srcOrd="0" destOrd="0" parTransId="{5F169486-66D3-4442-B0EB-A61507055E21}" sibTransId="{E6FC6D6D-5F64-482D-9D2D-2D12D19479FB}"/>
    <dgm:cxn modelId="{61E5AEB6-8DF6-420D-8DC7-FE2AC93ABB47}" type="presOf" srcId="{4ED1C76E-1A5C-41B6-807E-B1BE3DF4D26C}" destId="{EBB99292-9E5E-4721-8E93-91CD8359C00D}" srcOrd="0" destOrd="0" presId="urn:microsoft.com/office/officeart/2018/2/layout/IconCircleList"/>
    <dgm:cxn modelId="{D5218BC8-DCBA-4679-AB31-D0483275BEB3}" type="presOf" srcId="{E6FC6D6D-5F64-482D-9D2D-2D12D19479FB}" destId="{23579242-1E15-4808-BA1F-B4AC0EF626D2}" srcOrd="0" destOrd="0" presId="urn:microsoft.com/office/officeart/2018/2/layout/IconCircleList"/>
    <dgm:cxn modelId="{C32D55D1-9264-4CD9-9C6F-DD6556E7716D}" srcId="{4ED1C76E-1A5C-41B6-807E-B1BE3DF4D26C}" destId="{1C5E79BE-BD97-46E2-BE80-D6ABF597076F}" srcOrd="1" destOrd="0" parTransId="{9043D0A8-339C-48BF-945E-1376D7C9E5B8}" sibTransId="{E62F98EE-C9E1-49AA-8B00-72F7D1AC5D54}"/>
    <dgm:cxn modelId="{1F9F90BC-DD6A-4668-A89C-BC89A202B85B}" type="presParOf" srcId="{EBB99292-9E5E-4721-8E93-91CD8359C00D}" destId="{B26AEED2-0288-4329-BFAF-B20B071B3D4A}" srcOrd="0" destOrd="0" presId="urn:microsoft.com/office/officeart/2018/2/layout/IconCircleList"/>
    <dgm:cxn modelId="{11AE1A44-FDDA-4D23-942C-28718017543E}" type="presParOf" srcId="{B26AEED2-0288-4329-BFAF-B20B071B3D4A}" destId="{7534BACB-BD9F-4C62-BB2A-638E57543B19}" srcOrd="0" destOrd="0" presId="urn:microsoft.com/office/officeart/2018/2/layout/IconCircleList"/>
    <dgm:cxn modelId="{B56D3265-992C-4F83-9531-288271947ACE}" type="presParOf" srcId="{7534BACB-BD9F-4C62-BB2A-638E57543B19}" destId="{32DA744F-5A1C-407E-A9CE-2FC5BFA2E852}" srcOrd="0" destOrd="0" presId="urn:microsoft.com/office/officeart/2018/2/layout/IconCircleList"/>
    <dgm:cxn modelId="{AC99A61B-5E98-4541-B823-2EE3DF49EAF5}" type="presParOf" srcId="{7534BACB-BD9F-4C62-BB2A-638E57543B19}" destId="{15DC32C6-863E-45E0-825A-685D1EF10A53}" srcOrd="1" destOrd="0" presId="urn:microsoft.com/office/officeart/2018/2/layout/IconCircleList"/>
    <dgm:cxn modelId="{B1A23360-1FE3-43A0-B552-9781D32C5900}" type="presParOf" srcId="{7534BACB-BD9F-4C62-BB2A-638E57543B19}" destId="{3471D971-F443-42E9-9CCB-575D37D9EF62}" srcOrd="2" destOrd="0" presId="urn:microsoft.com/office/officeart/2018/2/layout/IconCircleList"/>
    <dgm:cxn modelId="{920BA514-08E5-448E-80D0-C23A74129380}" type="presParOf" srcId="{7534BACB-BD9F-4C62-BB2A-638E57543B19}" destId="{5889C285-5EB7-411C-8933-B728FF4D40E5}" srcOrd="3" destOrd="0" presId="urn:microsoft.com/office/officeart/2018/2/layout/IconCircleList"/>
    <dgm:cxn modelId="{A88DB466-584E-472F-83DD-C2C97CC18218}" type="presParOf" srcId="{B26AEED2-0288-4329-BFAF-B20B071B3D4A}" destId="{23579242-1E15-4808-BA1F-B4AC0EF626D2}" srcOrd="1" destOrd="0" presId="urn:microsoft.com/office/officeart/2018/2/layout/IconCircleList"/>
    <dgm:cxn modelId="{770361A7-FF33-4139-9298-B9264B7FBB88}" type="presParOf" srcId="{B26AEED2-0288-4329-BFAF-B20B071B3D4A}" destId="{F313E103-1755-49B0-A27B-F73786DC377A}" srcOrd="2" destOrd="0" presId="urn:microsoft.com/office/officeart/2018/2/layout/IconCircleList"/>
    <dgm:cxn modelId="{60228C8E-856A-4A60-A295-6C69CB8153BC}" type="presParOf" srcId="{F313E103-1755-49B0-A27B-F73786DC377A}" destId="{C0F45A47-2603-490E-ABC6-9E06DF45C975}" srcOrd="0" destOrd="0" presId="urn:microsoft.com/office/officeart/2018/2/layout/IconCircleList"/>
    <dgm:cxn modelId="{236431D5-D08B-4546-9DCF-98990C4C33A5}" type="presParOf" srcId="{F313E103-1755-49B0-A27B-F73786DC377A}" destId="{F58F95C3-0A3C-46C8-91B0-C5A7FCAB7D8F}" srcOrd="1" destOrd="0" presId="urn:microsoft.com/office/officeart/2018/2/layout/IconCircleList"/>
    <dgm:cxn modelId="{55019058-00A9-4183-A9F3-E6DC6B7E9ED6}" type="presParOf" srcId="{F313E103-1755-49B0-A27B-F73786DC377A}" destId="{1B21C998-ECFC-4B6C-B6D8-1461A064053D}" srcOrd="2" destOrd="0" presId="urn:microsoft.com/office/officeart/2018/2/layout/IconCircleList"/>
    <dgm:cxn modelId="{75E57D66-66DC-4566-83DD-4A0EAD1E6199}" type="presParOf" srcId="{F313E103-1755-49B0-A27B-F73786DC377A}" destId="{B2E57C2C-8AA8-4DC2-9C6A-8B5D4486B807}" srcOrd="3" destOrd="0" presId="urn:microsoft.com/office/officeart/2018/2/layout/IconCircleList"/>
    <dgm:cxn modelId="{B15F61CE-0434-48D2-A436-B1EE826FA105}" type="presParOf" srcId="{B26AEED2-0288-4329-BFAF-B20B071B3D4A}" destId="{B174F604-3D24-4D1F-B71F-62BC405C5C12}" srcOrd="3" destOrd="0" presId="urn:microsoft.com/office/officeart/2018/2/layout/IconCircleList"/>
    <dgm:cxn modelId="{981F07E1-8E43-4875-8C8D-C5149CF2C660}" type="presParOf" srcId="{B26AEED2-0288-4329-BFAF-B20B071B3D4A}" destId="{A8DC84E7-4F84-41A9-A278-110A68974A3B}" srcOrd="4" destOrd="0" presId="urn:microsoft.com/office/officeart/2018/2/layout/IconCircleList"/>
    <dgm:cxn modelId="{64421F2D-FDF4-492A-BB02-5C75316F9D72}" type="presParOf" srcId="{A8DC84E7-4F84-41A9-A278-110A68974A3B}" destId="{2ED3F9D8-2A92-4004-8D0D-A909DF245CCD}" srcOrd="0" destOrd="0" presId="urn:microsoft.com/office/officeart/2018/2/layout/IconCircleList"/>
    <dgm:cxn modelId="{C972D0E9-EBFD-462E-AB67-8FAA04C8BB65}" type="presParOf" srcId="{A8DC84E7-4F84-41A9-A278-110A68974A3B}" destId="{4D33BE22-43C3-40E1-9D15-7DADC5261C00}" srcOrd="1" destOrd="0" presId="urn:microsoft.com/office/officeart/2018/2/layout/IconCircleList"/>
    <dgm:cxn modelId="{CBB71867-47A3-40A7-A407-56CEC3686FD2}" type="presParOf" srcId="{A8DC84E7-4F84-41A9-A278-110A68974A3B}" destId="{28F52019-2241-4B94-86B8-8DA6B31574F5}" srcOrd="2" destOrd="0" presId="urn:microsoft.com/office/officeart/2018/2/layout/IconCircleList"/>
    <dgm:cxn modelId="{73B2CEDE-7009-4195-86B6-BCE7C4CA4571}" type="presParOf" srcId="{A8DC84E7-4F84-41A9-A278-110A68974A3B}" destId="{06E06273-2F54-4743-8982-D152FF7FAC8C}" srcOrd="3" destOrd="0" presId="urn:microsoft.com/office/officeart/2018/2/layout/IconCircleList"/>
    <dgm:cxn modelId="{AE06F16F-7DA8-4D2F-9CB2-3A60BB8E9BE2}" type="presParOf" srcId="{B26AEED2-0288-4329-BFAF-B20B071B3D4A}" destId="{8CDC1FEC-27C5-4617-BC45-8B1DF514520B}" srcOrd="5" destOrd="0" presId="urn:microsoft.com/office/officeart/2018/2/layout/IconCircleList"/>
    <dgm:cxn modelId="{B5B01341-8703-4728-81C8-7F200438B914}" type="presParOf" srcId="{B26AEED2-0288-4329-BFAF-B20B071B3D4A}" destId="{549A736F-4694-472D-8A62-784920E8FC07}" srcOrd="6" destOrd="0" presId="urn:microsoft.com/office/officeart/2018/2/layout/IconCircleList"/>
    <dgm:cxn modelId="{7695B052-8204-4619-BBF2-043D4A6DABFF}" type="presParOf" srcId="{549A736F-4694-472D-8A62-784920E8FC07}" destId="{CA31CC2E-A642-4B1C-AC1E-AD66F10513DE}" srcOrd="0" destOrd="0" presId="urn:microsoft.com/office/officeart/2018/2/layout/IconCircleList"/>
    <dgm:cxn modelId="{C40DF17A-BAA6-45E6-ADF0-656354F26547}" type="presParOf" srcId="{549A736F-4694-472D-8A62-784920E8FC07}" destId="{A3551007-6DB9-406A-B153-B06CC5107A09}" srcOrd="1" destOrd="0" presId="urn:microsoft.com/office/officeart/2018/2/layout/IconCircleList"/>
    <dgm:cxn modelId="{73CF5B65-2156-452E-A091-F6F3687DB02D}" type="presParOf" srcId="{549A736F-4694-472D-8A62-784920E8FC07}" destId="{98D224C9-82CB-4D3C-AEB0-ABADB6DCCCA2}" srcOrd="2" destOrd="0" presId="urn:microsoft.com/office/officeart/2018/2/layout/IconCircleList"/>
    <dgm:cxn modelId="{7B4564D7-1398-4D95-B452-40EB6D154F6E}" type="presParOf" srcId="{549A736F-4694-472D-8A62-784920E8FC07}" destId="{79E013F0-02D7-4931-8343-CEC3B91B1D6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DA744F-5A1C-407E-A9CE-2FC5BFA2E852}">
      <dsp:nvSpPr>
        <dsp:cNvPr id="0" name=""/>
        <dsp:cNvSpPr/>
      </dsp:nvSpPr>
      <dsp:spPr>
        <a:xfrm>
          <a:off x="189082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DC32C6-863E-45E0-825A-685D1EF10A53}">
      <dsp:nvSpPr>
        <dsp:cNvPr id="0" name=""/>
        <dsp:cNvSpPr/>
      </dsp:nvSpPr>
      <dsp:spPr>
        <a:xfrm>
          <a:off x="467104" y="286217"/>
          <a:ext cx="767869" cy="7678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9C285-5EB7-411C-8933-B728FF4D40E5}">
      <dsp:nvSpPr>
        <dsp:cNvPr id="0" name=""/>
        <dsp:cNvSpPr/>
      </dsp:nvSpPr>
      <dsp:spPr>
        <a:xfrm>
          <a:off x="1796691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Database: In-memory H2 SQL database</a:t>
          </a:r>
        </a:p>
      </dsp:txBody>
      <dsp:txXfrm>
        <a:off x="1796691" y="8195"/>
        <a:ext cx="3120653" cy="1323913"/>
      </dsp:txXfrm>
    </dsp:sp>
    <dsp:sp modelId="{C0F45A47-2603-490E-ABC6-9E06DF45C975}">
      <dsp:nvSpPr>
        <dsp:cNvPr id="0" name=""/>
        <dsp:cNvSpPr/>
      </dsp:nvSpPr>
      <dsp:spPr>
        <a:xfrm>
          <a:off x="5461095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F95C3-0A3C-46C8-91B0-C5A7FCAB7D8F}">
      <dsp:nvSpPr>
        <dsp:cNvPr id="0" name=""/>
        <dsp:cNvSpPr/>
      </dsp:nvSpPr>
      <dsp:spPr>
        <a:xfrm>
          <a:off x="5739116" y="286217"/>
          <a:ext cx="767869" cy="7678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E57C2C-8AA8-4DC2-9C6A-8B5D4486B807}">
      <dsp:nvSpPr>
        <dsp:cNvPr id="0" name=""/>
        <dsp:cNvSpPr/>
      </dsp:nvSpPr>
      <dsp:spPr>
        <a:xfrm>
          <a:off x="7068704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Backend: Java Springboot</a:t>
          </a:r>
        </a:p>
      </dsp:txBody>
      <dsp:txXfrm>
        <a:off x="7068704" y="8195"/>
        <a:ext cx="3120653" cy="1323913"/>
      </dsp:txXfrm>
    </dsp:sp>
    <dsp:sp modelId="{2ED3F9D8-2A92-4004-8D0D-A909DF245CCD}">
      <dsp:nvSpPr>
        <dsp:cNvPr id="0" name=""/>
        <dsp:cNvSpPr/>
      </dsp:nvSpPr>
      <dsp:spPr>
        <a:xfrm>
          <a:off x="189082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33BE22-43C3-40E1-9D15-7DADC5261C00}">
      <dsp:nvSpPr>
        <dsp:cNvPr id="0" name=""/>
        <dsp:cNvSpPr/>
      </dsp:nvSpPr>
      <dsp:spPr>
        <a:xfrm>
          <a:off x="467104" y="2155814"/>
          <a:ext cx="767869" cy="7678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E06273-2F54-4743-8982-D152FF7FAC8C}">
      <dsp:nvSpPr>
        <dsp:cNvPr id="0" name=""/>
        <dsp:cNvSpPr/>
      </dsp:nvSpPr>
      <dsp:spPr>
        <a:xfrm>
          <a:off x="1796691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Frontend: React JS</a:t>
          </a:r>
        </a:p>
      </dsp:txBody>
      <dsp:txXfrm>
        <a:off x="1796691" y="1877792"/>
        <a:ext cx="3120653" cy="1323913"/>
      </dsp:txXfrm>
    </dsp:sp>
    <dsp:sp modelId="{CA31CC2E-A642-4B1C-AC1E-AD66F10513DE}">
      <dsp:nvSpPr>
        <dsp:cNvPr id="0" name=""/>
        <dsp:cNvSpPr/>
      </dsp:nvSpPr>
      <dsp:spPr>
        <a:xfrm>
          <a:off x="5461095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551007-6DB9-406A-B153-B06CC5107A09}">
      <dsp:nvSpPr>
        <dsp:cNvPr id="0" name=""/>
        <dsp:cNvSpPr/>
      </dsp:nvSpPr>
      <dsp:spPr>
        <a:xfrm>
          <a:off x="5739116" y="2155814"/>
          <a:ext cx="767869" cy="7678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E013F0-02D7-4931-8343-CEC3B91B1D69}">
      <dsp:nvSpPr>
        <dsp:cNvPr id="0" name=""/>
        <dsp:cNvSpPr/>
      </dsp:nvSpPr>
      <dsp:spPr>
        <a:xfrm>
          <a:off x="7068704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Deploy environment: Azure</a:t>
          </a:r>
        </a:p>
      </dsp:txBody>
      <dsp:txXfrm>
        <a:off x="7068704" y="1877792"/>
        <a:ext cx="3120653" cy="13239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C7336-2468-64E9-3BC1-F0DAC604C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408F5-066A-08C1-A302-44DFF6F79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B3F2A-E968-F4F2-A4B8-09A85754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A825-484B-4F58-B52D-D7DFF1A3B9A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3E420-B795-95F9-CFEE-7E5D2201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B0389-E7EB-61A9-22FD-B9AC67E1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D2DD9-6043-4023-9413-85AF055C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0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A2E5-4BA7-270B-CA8D-4769ABC7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EF7BF-76DE-C0BF-A661-F3B933F4C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5C57F-48EE-9C98-1713-ACDA4C7E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A825-484B-4F58-B52D-D7DFF1A3B9A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0EA53-CB25-974E-40FA-B84BA2B85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A6FB5-6FA7-88DC-7849-5653B869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D2DD9-6043-4023-9413-85AF055C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3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16AD3-7B07-CA59-4EB9-98F3081D1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F4F4D-02E9-0DC8-3E16-74DE5AE00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E6D2B-CBB9-16C5-E82F-4824B422E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A825-484B-4F58-B52D-D7DFF1A3B9A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CEA30-2243-11FF-3B26-595C14ED7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EF236-4710-6744-7023-DAB31FC33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D2DD9-6043-4023-9413-85AF055C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82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E384A-CE57-2005-8F73-934E10498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1306F-4058-95FB-8901-D5003B4F1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61250-C50D-1481-FA5A-A146BB86A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D4915-0FE9-F570-7A64-5BFB43937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A825-484B-4F58-B52D-D7DFF1A3B9A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D0B01-CBC7-72CA-F541-79F63683B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FF2FD-437C-1CB6-A226-AF1C83457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D2DD9-6043-4023-9413-85AF055C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64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3FA3-E3F1-315A-CA22-1339CB164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E4428-0584-0975-05DE-6886AF103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9FE82-62ED-EB29-F821-E0444B029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E299F-6966-DEDA-07B9-6EEB7FD40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6A425E-04E4-ADFF-83CC-F9F60BA0E6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C7F168-AC0A-E7C4-89D7-1650D7865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A825-484B-4F58-B52D-D7DFF1A3B9A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707DE5-2E86-5B33-DF6C-47F51A46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1B8842-8D02-9ED5-AC05-5373E563D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D2DD9-6043-4023-9413-85AF055C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73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1360-5A8E-9B80-ED90-7F649B31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C886F-4A26-D6BC-C1F8-46BC5745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A825-484B-4F58-B52D-D7DFF1A3B9A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AB530-1150-173E-2D21-0EABE043A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C80A5-E39E-D9E4-0B56-DCBDEDB7C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D2DD9-6043-4023-9413-85AF055C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309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7B5343-57C9-69B8-BA85-9E2793E9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A825-484B-4F58-B52D-D7DFF1A3B9A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9AFC5-80A2-AFDD-424F-A2CEA614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11B86-8B88-0A1B-406D-66A34B7DB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D2DD9-6043-4023-9413-85AF055C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6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1D910-AA07-F580-4AD3-DEF54F4D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5C7FA-CA9F-C938-C33B-95A72108F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EF0D1-32F2-E9A6-B0F7-060F4AF5C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90346-B772-D10C-AB8A-6B33E928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A825-484B-4F58-B52D-D7DFF1A3B9A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A972F-19AA-A567-15E2-7345BD2B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A5D7E-7AE9-AB24-73A8-FD7AC0B9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D2DD9-6043-4023-9413-85AF055C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93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DAC0-784F-30B3-4EA4-A2D771BB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84B1A-2559-420E-47D7-8C29BF5D3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B7A38-76A3-BECC-BDB7-493855858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D0840-0121-681A-10A2-9E0404E6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A825-484B-4F58-B52D-D7DFF1A3B9A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6B06A-BB2E-8A43-A1FC-69F8D6368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17002-6E31-354D-28DF-8CBC9718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D2DD9-6043-4023-9413-85AF055C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628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A1CA2-F659-DE34-67EA-3726E1C9E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A6F52-2B34-6E87-4D2A-629176175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21304-E982-CDED-B693-4EAB50505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A825-484B-4F58-B52D-D7DFF1A3B9A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093A5-22BD-3FB2-3033-D8A59668E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9C48A-997C-6A67-C9DF-B6F04C86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D2DD9-6043-4023-9413-85AF055C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85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67174E-E37F-9DE7-CC24-BDF605379C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A50FA8-296E-6AFC-0620-E9956C90B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93093-594F-D5BE-3A67-B8B317850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A825-484B-4F58-B52D-D7DFF1A3B9A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BA4DA-E932-CB1E-F2F0-1DEFD67C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3C915-2552-25CB-1C18-49C15A13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D2DD9-6043-4023-9413-85AF055C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6A6D7C-D3F9-540D-30D6-C1AF7409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56E81-7DF1-4261-86CC-E506F4661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C4D6A-AC8C-655F-515D-66C8DCB607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AA825-484B-4F58-B52D-D7DFF1A3B9A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5D486-B432-F209-32A6-5599A333D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1F22-E4F6-1F58-BDB7-6197107AB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7D2DD9-6043-4023-9413-85AF055C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402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8C670-1FB3-CAF3-8D13-D7E46B3E9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Todolist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1DD5D-E4BC-FD01-FEAA-712466499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Phuong Tran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696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B12A5F-BB88-6C73-AD66-7CC2C9C4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Technology Stacks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74AE12-671F-EA0B-2AC1-70568A3517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170773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761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6D5C-AF34-4E1B-3A30-9FCFEA4DA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F0B5A0-9B70-80B3-363B-DBEFC1938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902" y="1863646"/>
            <a:ext cx="5920352" cy="4347372"/>
          </a:xfrm>
        </p:spPr>
      </p:pic>
    </p:spTree>
    <p:extLst>
      <p:ext uri="{BB962C8B-B14F-4D97-AF65-F5344CB8AC3E}">
        <p14:creationId xmlns:p14="http://schemas.microsoft.com/office/powerpoint/2010/main" val="374826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58E48-B3EE-CD6C-61AA-C73BC86E7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architecture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243CBD7-DCBC-0623-F7DB-D86E8B96D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354" y="1690688"/>
            <a:ext cx="8845340" cy="4486275"/>
          </a:xfrm>
        </p:spPr>
      </p:pic>
    </p:spTree>
    <p:extLst>
      <p:ext uri="{BB962C8B-B14F-4D97-AF65-F5344CB8AC3E}">
        <p14:creationId xmlns:p14="http://schemas.microsoft.com/office/powerpoint/2010/main" val="1937846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4DBB1-83B8-E77E-7787-F637D966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25C8-4068-D8EF-F68F-BE928289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 architecture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BAEDFC5-DA27-5B38-A8E9-ECF0230AF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2" y="1621197"/>
            <a:ext cx="10239375" cy="4067175"/>
          </a:xfrm>
        </p:spPr>
      </p:pic>
    </p:spTree>
    <p:extLst>
      <p:ext uri="{BB962C8B-B14F-4D97-AF65-F5344CB8AC3E}">
        <p14:creationId xmlns:p14="http://schemas.microsoft.com/office/powerpoint/2010/main" val="3657832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115D-7FDF-707C-C4B7-2AEBCC8E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59F1BB-A509-F549-786A-FD58C45C8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905790"/>
              </p:ext>
            </p:extLst>
          </p:nvPr>
        </p:nvGraphicFramePr>
        <p:xfrm>
          <a:off x="838200" y="1690688"/>
          <a:ext cx="46685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381">
                  <a:extLst>
                    <a:ext uri="{9D8B030D-6E8A-4147-A177-3AD203B41FA5}">
                      <a16:colId xmlns:a16="http://schemas.microsoft.com/office/drawing/2014/main" val="1785113086"/>
                    </a:ext>
                  </a:extLst>
                </a:gridCol>
                <a:gridCol w="1390389">
                  <a:extLst>
                    <a:ext uri="{9D8B030D-6E8A-4147-A177-3AD203B41FA5}">
                      <a16:colId xmlns:a16="http://schemas.microsoft.com/office/drawing/2014/main" val="2356133266"/>
                    </a:ext>
                  </a:extLst>
                </a:gridCol>
                <a:gridCol w="601249">
                  <a:extLst>
                    <a:ext uri="{9D8B030D-6E8A-4147-A177-3AD203B41FA5}">
                      <a16:colId xmlns:a16="http://schemas.microsoft.com/office/drawing/2014/main" val="1174141025"/>
                    </a:ext>
                  </a:extLst>
                </a:gridCol>
                <a:gridCol w="1310501">
                  <a:extLst>
                    <a:ext uri="{9D8B030D-6E8A-4147-A177-3AD203B41FA5}">
                      <a16:colId xmlns:a16="http://schemas.microsoft.com/office/drawing/2014/main" val="192610879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66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BIGINT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1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user_name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524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65762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A8DAD6-984A-B26C-672C-864EE3641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664284"/>
              </p:ext>
            </p:extLst>
          </p:nvPr>
        </p:nvGraphicFramePr>
        <p:xfrm>
          <a:off x="6488229" y="1690688"/>
          <a:ext cx="46609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232">
                  <a:extLst>
                    <a:ext uri="{9D8B030D-6E8A-4147-A177-3AD203B41FA5}">
                      <a16:colId xmlns:a16="http://schemas.microsoft.com/office/drawing/2014/main" val="2749668099"/>
                    </a:ext>
                  </a:extLst>
                </a:gridCol>
                <a:gridCol w="1636295">
                  <a:extLst>
                    <a:ext uri="{9D8B030D-6E8A-4147-A177-3AD203B41FA5}">
                      <a16:colId xmlns:a16="http://schemas.microsoft.com/office/drawing/2014/main" val="3341120525"/>
                    </a:ext>
                  </a:extLst>
                </a:gridCol>
                <a:gridCol w="539015">
                  <a:extLst>
                    <a:ext uri="{9D8B030D-6E8A-4147-A177-3AD203B41FA5}">
                      <a16:colId xmlns:a16="http://schemas.microsoft.com/office/drawing/2014/main" val="3803194221"/>
                    </a:ext>
                  </a:extLst>
                </a:gridCol>
                <a:gridCol w="1254358">
                  <a:extLst>
                    <a:ext uri="{9D8B030D-6E8A-4147-A177-3AD203B41FA5}">
                      <a16:colId xmlns:a16="http://schemas.microsoft.com/office/drawing/2014/main" val="375317174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TODOLIST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315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BIGINT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807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task_name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838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50" dirty="0" err="1"/>
                        <a:t>task_description</a:t>
                      </a:r>
                      <a:endParaRPr lang="en-US" sz="15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80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BIGINT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task_order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414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task_date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481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BIGINT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owner_id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92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1415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</TotalTime>
  <Words>81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Todolist Application</vt:lpstr>
      <vt:lpstr>Technology Stacks</vt:lpstr>
      <vt:lpstr>Overall flow</vt:lpstr>
      <vt:lpstr>Frontend architecture</vt:lpstr>
      <vt:lpstr>Backend architecture</vt:lpstr>
      <vt:lpstr>Database Design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Phuong T Tran</dc:creator>
  <cp:lastModifiedBy>Phuong T Tran</cp:lastModifiedBy>
  <cp:revision>1</cp:revision>
  <dcterms:created xsi:type="dcterms:W3CDTF">2026-03-18T16:14:51Z</dcterms:created>
  <dcterms:modified xsi:type="dcterms:W3CDTF">2026-03-19T15:57:27Z</dcterms:modified>
</cp:coreProperties>
</file>